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one line: prove the agent stayed inside its mandate, and never publish the mandate.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Neither extreme is acceptable. Mandate is the third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Issue the mandate. Point at the public ledger. The caps are not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 80 and point at the new nullifier. Pay 150 and point at the unchanged count. Then replay.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receipt 0. Stop. Do not open the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Wave 3 is Lace on a public network once a wallet can be funded, plus a daily window and an on-chain disclose for one receipt. Do not claim a Preprod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" y="640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MIDNIGHT BUILDATHON  ·  WAVE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3679424" y="640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3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OCTOBER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50976" y="2148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SPENDING POLICY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0976" y="2651760"/>
            <a:ext cx="1463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Mandate</a:t>
            </a:r>
            <a:endParaRPr lang="en-US" sz="10800" dirty="0"/>
          </a:p>
        </p:txBody>
      </p:sp>
      <p:sp>
        <p:nvSpPr>
          <p:cNvPr id="6" name="Shape 4"/>
          <p:cNvSpPr/>
          <p:nvPr/>
        </p:nvSpPr>
        <p:spPr>
          <a:xfrm>
            <a:off x="950976" y="4709160"/>
            <a:ext cx="5669280" cy="0"/>
          </a:xfrm>
          <a:prstGeom prst="line">
            <a:avLst/>
          </a:prstGeom>
          <a:noFill/>
          <a:ln w="9525">
            <a:solidFill>
              <a:srgbClr val="4A3F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50292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the agent stayed inside its mandate, and never publish the mandate.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50976" y="9692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SAMMYCODES1 / MANDATE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679424" y="9692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APACHE-2.0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100" b="1" spc="3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791456" y="777240"/>
            <a:ext cx="12545568" cy="0"/>
          </a:xfrm>
          <a:prstGeom prst="line">
            <a:avLst/>
          </a:prstGeom>
          <a:noFill/>
          <a:ln w="9525">
            <a:solidFill>
              <a:srgbClr val="4A3F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" y="9692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MANDATE  ·  MIDNIGHT BUILDATHON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593824" y="9692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50976" y="1554480"/>
            <a:ext cx="1508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company that gives an agent a wallet either sees </a:t>
            </a:r>
            <a:pPr indent="0" marL="0">
              <a:buNone/>
            </a:pPr>
            <a:r>
              <a:rPr lang="en-US" sz="4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payment</a:t>
            </a:r>
            <a:pPr indent="0" marL="0">
              <a:buNone/>
            </a:pPr>
            <a:r>
              <a:rPr lang="en-US" sz="42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or sees nothing.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50976" y="4709160"/>
            <a:ext cx="5029200" cy="4114800"/>
          </a:xfrm>
          <a:prstGeom prst="rect">
            <a:avLst/>
          </a:prstGeom>
          <a:solidFill>
            <a:srgbClr val="14110D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4709160"/>
            <a:ext cx="201168" cy="0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4709160"/>
            <a:ext cx="0" cy="201168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79008" y="4709160"/>
            <a:ext cx="201168" cy="0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80176" y="4709160"/>
            <a:ext cx="0" cy="201168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" y="8823960"/>
            <a:ext cx="201168" cy="0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8622792"/>
            <a:ext cx="0" cy="201168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79008" y="8823960"/>
            <a:ext cx="201168" cy="0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0176" y="8622792"/>
            <a:ext cx="0" cy="201168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71016" y="4983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71016" y="5532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wallet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71016" y="635508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amount, recipient, and leftover is public. The agent cannot work without exposing the budget.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45936" y="4709160"/>
            <a:ext cx="5029200" cy="4114800"/>
          </a:xfrm>
          <a:prstGeom prst="rect">
            <a:avLst/>
          </a:prstGeom>
          <a:solidFill>
            <a:srgbClr val="14110D"/>
          </a:solidFill>
          <a:ln/>
        </p:spPr>
      </p:sp>
      <p:sp>
        <p:nvSpPr>
          <p:cNvPr id="20" name="Shape 18"/>
          <p:cNvSpPr/>
          <p:nvPr/>
        </p:nvSpPr>
        <p:spPr>
          <a:xfrm>
            <a:off x="6345936" y="4709160"/>
            <a:ext cx="201168" cy="0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4709160"/>
            <a:ext cx="0" cy="201168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73968" y="4709160"/>
            <a:ext cx="201168" cy="0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75136" y="4709160"/>
            <a:ext cx="0" cy="201168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45936" y="8823960"/>
            <a:ext cx="201168" cy="0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45936" y="8622792"/>
            <a:ext cx="0" cy="201168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73968" y="8823960"/>
            <a:ext cx="201168" cy="0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75136" y="8622792"/>
            <a:ext cx="0" cy="201168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65976" y="4983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65976" y="5532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Hide the wallet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665976" y="635508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company learns about a bad payment after the money has moved. There is no policy, only a balance.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740896" y="4709160"/>
            <a:ext cx="5029200" cy="4114800"/>
          </a:xfrm>
          <a:prstGeom prst="rect">
            <a:avLst/>
          </a:prstGeom>
          <a:solidFill>
            <a:srgbClr val="14110D"/>
          </a:solidFill>
          <a:ln/>
        </p:spPr>
      </p:sp>
      <p:sp>
        <p:nvSpPr>
          <p:cNvPr id="32" name="Shape 30"/>
          <p:cNvSpPr/>
          <p:nvPr/>
        </p:nvSpPr>
        <p:spPr>
          <a:xfrm>
            <a:off x="11740896" y="4709160"/>
            <a:ext cx="201168" cy="0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740896" y="4709160"/>
            <a:ext cx="0" cy="201168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568928" y="4709160"/>
            <a:ext cx="201168" cy="0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770096" y="4709160"/>
            <a:ext cx="0" cy="201168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740896" y="8823960"/>
            <a:ext cx="201168" cy="0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740896" y="8622792"/>
            <a:ext cx="0" cy="201168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568928" y="8823960"/>
            <a:ext cx="201168" cy="0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770096" y="8622792"/>
            <a:ext cx="0" cy="201168"/>
          </a:xfrm>
          <a:prstGeom prst="line">
            <a:avLst/>
          </a:prstGeom>
          <a:noFill/>
          <a:ln w="15875">
            <a:solidFill>
              <a:srgbClr val="C9A9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060936" y="4983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060936" y="5532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Mandate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12060936" y="635508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company commits to the rules. The agent proves a payment fits. The ledger stores the proof, not the payment.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buNone/>
            </a:pPr>
            <a:r>
              <a:rPr lang="en-US" sz="1100" b="1" spc="3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791456" y="777240"/>
            <a:ext cx="12545568" cy="0"/>
          </a:xfrm>
          <a:prstGeom prst="line">
            <a:avLst/>
          </a:prstGeom>
          <a:noFill/>
          <a:ln w="9525">
            <a:solidFill>
              <a:srgbClr val="4A3F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" y="9692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MANDATE  ·  MIDNIGHT BUILDATHON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593824" y="9692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50976" y="1325880"/>
            <a:ext cx="1554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rules. </a:t>
            </a:r>
            <a:pPr indent="0" marL="0">
              <a:buNone/>
            </a:pPr>
            <a:r>
              <a:rPr lang="en-US" sz="36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 of them</a:t>
            </a:r>
            <a:pPr indent="0" marL="0">
              <a:buNone/>
            </a:pPr>
            <a:r>
              <a:rPr lang="en-US" sz="36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land on the ledger.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50976" y="28803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950976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PAYMENT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0056" y="28803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5020056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089136" y="28803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9089136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158216" y="28803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13158216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RECIPIENT SLOTS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50976" y="4937760"/>
            <a:ext cx="16367760" cy="4114800"/>
          </a:xfrm>
          <a:prstGeom prst="rect">
            <a:avLst/>
          </a:prstGeom>
          <a:solidFill>
            <a:srgbClr val="14110D"/>
          </a:solidFill>
          <a:ln/>
        </p:spPr>
      </p:sp>
      <p:sp>
        <p:nvSpPr>
          <p:cNvPr id="16" name="Text 14"/>
          <p:cNvSpPr/>
          <p:nvPr/>
        </p:nvSpPr>
        <p:spPr>
          <a:xfrm>
            <a:off x="1362456" y="5212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62456" y="571500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B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key, agent key, terms commitment, purse commitment, one nullifier per accepted payment, one receipt commitment.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57416" y="5212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57416" y="571500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B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caps, the recipient list, the amount, the remaining budget, and every salt. A rejected payment writes nothing.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152376" y="5212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HOLDS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152376" y="571500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B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purse commitment is a chain. The agent cannot claim a smaller spent total than the last accepted payment.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indent="0" marL="0">
              <a:buNone/>
            </a:pPr>
            <a:r>
              <a:rPr lang="en-US" sz="1100" b="1" spc="3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791456" y="777240"/>
            <a:ext cx="12545568" cy="0"/>
          </a:xfrm>
          <a:prstGeom prst="line">
            <a:avLst/>
          </a:prstGeom>
          <a:noFill/>
          <a:ln w="9525">
            <a:solidFill>
              <a:srgbClr val="4A3F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" y="9692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MANDATE  ·  MIDNIGHT BUILDATHON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593824" y="9692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50976" y="132588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vendor. Two answers.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50976" y="2468880"/>
            <a:ext cx="7772400" cy="6309360"/>
          </a:xfrm>
          <a:prstGeom prst="rect">
            <a:avLst/>
          </a:prstGeom>
          <a:solidFill>
            <a:srgbClr val="14110D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468880"/>
            <a:ext cx="256032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2468880"/>
            <a:ext cx="0" cy="256032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67344" y="2468880"/>
            <a:ext cx="256032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468880"/>
            <a:ext cx="0" cy="256032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" y="8778240"/>
            <a:ext cx="256032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8522208"/>
            <a:ext cx="0" cy="256032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67344" y="8778240"/>
            <a:ext cx="256032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23376" y="8522208"/>
            <a:ext cx="0" cy="256032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08176" y="2834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 80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08176" y="3291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Accepted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408176" y="438912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ledger gains a nullifier and a new purse commitment. The amount 80 is not a field on that ledger. The receipt is a commitment the auditor can open later.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08176" y="7772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F4EB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NULLIFIERS  0  →  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54896" y="2468880"/>
            <a:ext cx="7772400" cy="6309360"/>
          </a:xfrm>
          <a:prstGeom prst="rect">
            <a:avLst/>
          </a:prstGeom>
          <a:solidFill>
            <a:srgbClr val="14110D"/>
          </a:solidFill>
          <a:ln/>
        </p:spPr>
      </p:sp>
      <p:sp>
        <p:nvSpPr>
          <p:cNvPr id="21" name="Shape 19"/>
          <p:cNvSpPr/>
          <p:nvPr/>
        </p:nvSpPr>
        <p:spPr>
          <a:xfrm>
            <a:off x="9454896" y="2468880"/>
            <a:ext cx="256032" cy="0"/>
          </a:xfrm>
          <a:prstGeom prst="line">
            <a:avLst/>
          </a:prstGeom>
          <a:noFill/>
          <a:ln w="19050">
            <a:solidFill>
              <a:srgbClr val="4A3F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54896" y="2468880"/>
            <a:ext cx="0" cy="256032"/>
          </a:xfrm>
          <a:prstGeom prst="line">
            <a:avLst/>
          </a:prstGeom>
          <a:noFill/>
          <a:ln w="19050">
            <a:solidFill>
              <a:srgbClr val="4A3F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971264" y="2468880"/>
            <a:ext cx="256032" cy="0"/>
          </a:xfrm>
          <a:prstGeom prst="line">
            <a:avLst/>
          </a:prstGeom>
          <a:noFill/>
          <a:ln w="19050">
            <a:solidFill>
              <a:srgbClr val="4A3F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227296" y="2468880"/>
            <a:ext cx="0" cy="256032"/>
          </a:xfrm>
          <a:prstGeom prst="line">
            <a:avLst/>
          </a:prstGeom>
          <a:noFill/>
          <a:ln w="19050">
            <a:solidFill>
              <a:srgbClr val="4A3F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54896" y="8778240"/>
            <a:ext cx="256032" cy="0"/>
          </a:xfrm>
          <a:prstGeom prst="line">
            <a:avLst/>
          </a:prstGeom>
          <a:noFill/>
          <a:ln w="19050">
            <a:solidFill>
              <a:srgbClr val="4A3F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54896" y="8522208"/>
            <a:ext cx="0" cy="256032"/>
          </a:xfrm>
          <a:prstGeom prst="line">
            <a:avLst/>
          </a:prstGeom>
          <a:noFill/>
          <a:ln w="19050">
            <a:solidFill>
              <a:srgbClr val="4A3F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971264" y="8778240"/>
            <a:ext cx="256032" cy="0"/>
          </a:xfrm>
          <a:prstGeom prst="line">
            <a:avLst/>
          </a:prstGeom>
          <a:noFill/>
          <a:ln w="19050">
            <a:solidFill>
              <a:srgbClr val="4A3F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227296" y="8522208"/>
            <a:ext cx="0" cy="256032"/>
          </a:xfrm>
          <a:prstGeom prst="line">
            <a:avLst/>
          </a:prstGeom>
          <a:noFill/>
          <a:ln w="19050">
            <a:solidFill>
              <a:srgbClr val="4A3F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12096" y="2834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 150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12096" y="3291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Rejected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9912096" y="4389120"/>
            <a:ext cx="6766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per-payment cap is 100. The assert fires before any write. The nullifier set does not grow. Replay of the accepted payment fails the same way: the purse commitment no longer matches.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912096" y="7772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F4EB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NULLIFIERS  STAY  1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pPr indent="0" marL="0">
              <a:buNone/>
            </a:pPr>
            <a:r>
              <a:rPr lang="en-US" sz="1100" b="1" spc="3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AUDITOR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791456" y="777240"/>
            <a:ext cx="12545568" cy="0"/>
          </a:xfrm>
          <a:prstGeom prst="line">
            <a:avLst/>
          </a:prstGeom>
          <a:noFill/>
          <a:ln w="9525">
            <a:solidFill>
              <a:srgbClr val="4A3F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" y="9692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MANDATE  ·  MIDNIGHT BUILDATHON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593824" y="9692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50976" y="141732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one receipt. </a:t>
            </a:r>
            <a:pPr indent="0" marL="0">
              <a:buNone/>
            </a:pPr>
            <a:r>
              <a:rPr lang="en-US" sz="40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 the rest shut.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50976" y="2788920"/>
            <a:ext cx="1508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company shares the salt for receipt 0. The auditor recomputes the commitment and matches it to the ledger. Receipt 1 stays a commitment. Revoke is the company's key, and a revoked mandate rejects the next spend.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50976" y="4572000"/>
            <a:ext cx="16367760" cy="914400"/>
          </a:xfrm>
          <a:prstGeom prst="rect">
            <a:avLst/>
          </a:prstGeom>
          <a:solidFill>
            <a:srgbClr val="14110D"/>
          </a:solidFill>
          <a:ln/>
        </p:spPr>
      </p:sp>
      <p:sp>
        <p:nvSpPr>
          <p:cNvPr id="9" name="Text 7"/>
          <p:cNvSpPr/>
          <p:nvPr/>
        </p:nvSpPr>
        <p:spPr>
          <a:xfrm>
            <a:off x="1316736" y="4572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RECEIPT 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40096" y="4572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EB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 to the allowed vendor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106656" y="4572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100" kern="0" dirty="0">
                <a:solidFill>
                  <a:srgbClr val="C7BD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50976" y="5623560"/>
            <a:ext cx="16367760" cy="914400"/>
          </a:xfrm>
          <a:prstGeom prst="rect">
            <a:avLst/>
          </a:prstGeom>
          <a:solidFill>
            <a:srgbClr val="14110D"/>
          </a:solidFill>
          <a:ln/>
        </p:spPr>
      </p:sp>
      <p:sp>
        <p:nvSpPr>
          <p:cNvPr id="13" name="Text 11"/>
          <p:cNvSpPr/>
          <p:nvPr/>
        </p:nvSpPr>
        <p:spPr>
          <a:xfrm>
            <a:off x="1316736" y="56235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RECEIPT 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0096" y="56235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EB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Commitment only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106656" y="56235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100" kern="0" dirty="0">
                <a:solidFill>
                  <a:srgbClr val="C7BD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0976" y="6675120"/>
            <a:ext cx="16367760" cy="914400"/>
          </a:xfrm>
          <a:prstGeom prst="rect">
            <a:avLst/>
          </a:prstGeom>
          <a:solidFill>
            <a:srgbClr val="14110D"/>
          </a:solidFill>
          <a:ln/>
        </p:spPr>
      </p:sp>
      <p:sp>
        <p:nvSpPr>
          <p:cNvPr id="17" name="Text 15"/>
          <p:cNvSpPr/>
          <p:nvPr/>
        </p:nvSpPr>
        <p:spPr>
          <a:xfrm>
            <a:off x="1316736" y="66751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 AGENT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0096" y="66751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EB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stranger's secret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106656" y="6675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100" kern="0" dirty="0">
                <a:solidFill>
                  <a:srgbClr val="C7BD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0976" y="7726680"/>
            <a:ext cx="16367760" cy="914400"/>
          </a:xfrm>
          <a:prstGeom prst="rect">
            <a:avLst/>
          </a:prstGeom>
          <a:solidFill>
            <a:srgbClr val="14110D"/>
          </a:solidFill>
          <a:ln/>
        </p:spPr>
      </p:sp>
      <p:sp>
        <p:nvSpPr>
          <p:cNvPr id="21" name="Text 19"/>
          <p:cNvSpPr/>
          <p:nvPr/>
        </p:nvSpPr>
        <p:spPr>
          <a:xfrm>
            <a:off x="1316736" y="7726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0096" y="77266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EB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key required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106656" y="77266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100" kern="0" dirty="0">
                <a:solidFill>
                  <a:srgbClr val="C7BD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BECOMES REVOKED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pPr indent="0" marL="0">
              <a:buNone/>
            </a:pPr>
            <a:r>
              <a:rPr lang="en-US" sz="1100" b="1" spc="3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791456" y="777240"/>
            <a:ext cx="12545568" cy="0"/>
          </a:xfrm>
          <a:prstGeom prst="line">
            <a:avLst/>
          </a:prstGeom>
          <a:noFill/>
          <a:ln w="9525">
            <a:solidFill>
              <a:srgbClr val="4A3F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" y="9692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MANDATE  ·  MIDNIGHT BUILDATHON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593824" y="9692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57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50976" y="132588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judge can check.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50976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22576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37376" y="228600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github.com/SammyCodes1/mandate. Apache-2.0. Topic midnightntwrk. Compact source is contract/mandate.compact.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0976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22576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Compiler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37376" y="361188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Toolchain 0.31.1, language 0.23, runtime 0.16.0. That is the set the public networks accept. The keys are the mandate-compact artifact.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4937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22576" y="4937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Circuits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37376" y="493776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chain/src/simulate.ts runs create, spend, reject, replay, wrong agent, and revoke inside the Compact runtime.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6263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22576" y="6263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Devnet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37376" y="62636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chain.yml starts Midnight's local node, indexer, and proof server. The transcript is an artifact. That address is not on Preview or Preprod.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50976" y="7726680"/>
            <a:ext cx="16367760" cy="1417320"/>
          </a:xfrm>
          <a:prstGeom prst="rect">
            <a:avLst/>
          </a:prstGeom>
          <a:solidFill>
            <a:srgbClr val="14110D"/>
          </a:solidFill>
          <a:ln/>
        </p:spPr>
      </p:sp>
      <p:sp>
        <p:nvSpPr>
          <p:cNvPr id="20" name="Text 18"/>
          <p:cNvSpPr/>
          <p:nvPr/>
        </p:nvSpPr>
        <p:spPr>
          <a:xfrm>
            <a:off x="1316736" y="7909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16736" y="8275320"/>
            <a:ext cx="1554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public network once a wallet can be funded. Then Lace, a daily window, and one receipt disclosed on chain.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Mandate</dc:title>
  <dc:subject>Private spending policy for an AI agent on Midnight</dc:subject>
  <dc:creator>Samuel</dc:creator>
  <cp:lastModifiedBy>Samuel</cp:lastModifiedBy>
  <cp:revision>1</cp:revision>
  <dcterms:created xsi:type="dcterms:W3CDTF">2026-10-14T05:46:23Z</dcterms:created>
  <dcterms:modified xsi:type="dcterms:W3CDTF">2026-10-14T05:46:23Z</dcterms:modified>
</cp:coreProperties>
</file>